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0A9109-90F5-4574-B967-6F61F24D2247}" v="9" dt="2025-05-17T19:30:38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c883cc5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3c883cc5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1248" y="-34454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l="19399" t="1159" b="2874"/>
          <a:stretch/>
        </p:blipFill>
        <p:spPr>
          <a:xfrm>
            <a:off x="-1" y="-16778"/>
            <a:ext cx="8934995" cy="6887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5282892" y="3233734"/>
            <a:ext cx="6509306" cy="110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5282891" y="4419336"/>
            <a:ext cx="628226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11636" y="-2755041"/>
            <a:ext cx="5591497" cy="7792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1248" y="-340494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38453" y="-340494"/>
            <a:ext cx="5650752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65760" y="365125"/>
            <a:ext cx="11394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65760" y="2037805"/>
            <a:ext cx="11394440" cy="456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08908"/>
            <a:ext cx="5378245" cy="25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774425"/>
            <a:ext cx="12192000" cy="9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0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38453" y="-340494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0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4445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8352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 l="27356" t="66917" r="24008" b="23368"/>
          <a:stretch/>
        </p:blipFill>
        <p:spPr>
          <a:xfrm>
            <a:off x="3889985" y="5658464"/>
            <a:ext cx="4640827" cy="1199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2375" y="3317965"/>
            <a:ext cx="5304661" cy="915128"/>
          </a:xfrm>
          <a:prstGeom prst="rect">
            <a:avLst/>
          </a:prstGeom>
          <a:solidFill>
            <a:srgbClr val="102346"/>
          </a:solidFill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 rotWithShape="1">
          <a:blip r:embed="rId5">
            <a:alphaModFix/>
          </a:blip>
          <a:srcRect t="31570" b="29954"/>
          <a:stretch/>
        </p:blipFill>
        <p:spPr>
          <a:xfrm>
            <a:off x="3678601" y="339634"/>
            <a:ext cx="4852211" cy="263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 rotWithShape="1">
          <a:blip r:embed="rId6">
            <a:alphaModFix/>
          </a:blip>
          <a:srcRect l="26634" t="1500" b="11572"/>
          <a:stretch/>
        </p:blipFill>
        <p:spPr>
          <a:xfrm>
            <a:off x="-65314" y="0"/>
            <a:ext cx="586522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1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4800" y="-340495"/>
            <a:ext cx="5650752" cy="721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1"/>
          <p:cNvPicPr preferRelativeResize="0"/>
          <p:nvPr/>
        </p:nvPicPr>
        <p:blipFill rotWithShape="1">
          <a:blip r:embed="rId2">
            <a:alphaModFix/>
          </a:blip>
          <a:srcRect r="12120" b="13343"/>
          <a:stretch/>
        </p:blipFill>
        <p:spPr>
          <a:xfrm>
            <a:off x="6548352" y="-353077"/>
            <a:ext cx="5650752" cy="721107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365760" y="365125"/>
            <a:ext cx="11394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9848"/>
              </a:buClr>
              <a:buSzPts val="4400"/>
              <a:buFont typeface="Arial"/>
              <a:buNone/>
              <a:defRPr>
                <a:solidFill>
                  <a:srgbClr val="54984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3887311" y="-1695926"/>
            <a:ext cx="4351338" cy="1139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4425"/>
            <a:ext cx="12192000" cy="9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ctrTitle"/>
          </p:nvPr>
        </p:nvSpPr>
        <p:spPr>
          <a:xfrm>
            <a:off x="5154805" y="2806002"/>
            <a:ext cx="6627345" cy="91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400" b="1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Hospital Management System</a:t>
            </a:r>
            <a:endParaRPr sz="4400" dirty="0">
              <a:solidFill>
                <a:srgbClr val="062B49"/>
              </a:solidFill>
            </a:endParaRPr>
          </a:p>
        </p:txBody>
      </p:sp>
      <p:sp>
        <p:nvSpPr>
          <p:cNvPr id="82" name="Google Shape;82;p12"/>
          <p:cNvSpPr txBox="1">
            <a:spLocks noGrp="1"/>
          </p:cNvSpPr>
          <p:nvPr>
            <p:ph type="subTitle" idx="1"/>
          </p:nvPr>
        </p:nvSpPr>
        <p:spPr>
          <a:xfrm>
            <a:off x="5172618" y="3716166"/>
            <a:ext cx="6282267" cy="216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1800"/>
              <a:buNone/>
            </a:pP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Student Name :</a:t>
            </a:r>
            <a:r>
              <a:rPr lang="ar-EG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Ali Emad 221395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1800"/>
              <a:buNone/>
            </a:pP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                         Amr Hassan Abdel </a:t>
            </a:r>
            <a:r>
              <a:rPr lang="en-US" dirty="0" err="1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Moniem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246005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1800"/>
              <a:buNone/>
            </a:pP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                         Abdelrahman </a:t>
            </a:r>
            <a:r>
              <a:rPr lang="en-US" dirty="0" err="1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waleed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ahmed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232757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1800"/>
              <a:buNone/>
            </a:pP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ar-EG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                     Mustafa </a:t>
            </a:r>
            <a:r>
              <a:rPr lang="en-US" dirty="0" err="1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mahmoud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elsheny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243061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1800"/>
              <a:buNone/>
            </a:pP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                         Abdulrahman </a:t>
            </a:r>
            <a:r>
              <a:rPr lang="en-US" dirty="0" err="1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Mohmaed</a:t>
            </a:r>
            <a:r>
              <a:rPr lang="en-US" dirty="0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Gaber</a:t>
            </a:r>
            <a:r>
              <a:rPr lang="ar-EG">
                <a:solidFill>
                  <a:srgbClr val="102346"/>
                </a:solidFill>
                <a:latin typeface="Arial"/>
                <a:ea typeface="Arial"/>
                <a:cs typeface="Arial"/>
                <a:sym typeface="Arial"/>
              </a:rPr>
              <a:t> 238383 </a:t>
            </a:r>
            <a:endParaRPr lang="en-US" dirty="0">
              <a:solidFill>
                <a:srgbClr val="10234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2346"/>
              </a:buClr>
              <a:buSzPts val="1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6573" y="2"/>
            <a:ext cx="2864901" cy="29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365760" y="365125"/>
            <a:ext cx="11394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2B49"/>
              </a:buClr>
              <a:buSzPts val="4400"/>
              <a:buFont typeface="Arial"/>
              <a:buNone/>
            </a:pP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400" b="1" kern="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Hospital Management System</a:t>
            </a:r>
            <a:r>
              <a:rPr lang="ar-EG" sz="4400" b="1" kern="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b="1" kern="1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(JAVA Project )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365760" y="1879042"/>
            <a:ext cx="11394300" cy="472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A Java-based desktop application developed to manage hospital records.</a:t>
            </a:r>
          </a:p>
          <a:p>
            <a:pPr marL="17780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 Built using Java programming language.</a:t>
            </a:r>
          </a:p>
          <a:p>
            <a:pPr marL="177800" indent="0">
              <a:spcBef>
                <a:spcPts val="0"/>
              </a:spcBef>
              <a:buSzPts val="2800"/>
              <a:buNone/>
            </a:pPr>
            <a:endParaRPr lang="en-US" dirty="0"/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dirty="0"/>
              <a:t>Includes database storage and a graphical user interface.</a:t>
            </a:r>
          </a:p>
          <a:p>
            <a:pPr marL="177800" indent="0">
              <a:spcBef>
                <a:spcPts val="0"/>
              </a:spcBef>
              <a:buSzPts val="2800"/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810ED-91B9-1AF3-5599-618F50344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84395"/>
            <a:ext cx="4654062" cy="26179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3317-41DA-B22B-CF53-9E59D27F8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1" y="365125"/>
            <a:ext cx="11652068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</a:rPr>
              <a:t>How is the application linked to the database?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501D4-B46D-F093-66B9-0ED2E658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6609" y="2007660"/>
            <a:ext cx="11394440" cy="4564352"/>
          </a:xfrm>
        </p:spPr>
        <p:txBody>
          <a:bodyPr/>
          <a:lstStyle/>
          <a:p>
            <a:r>
              <a:rPr lang="en-US" dirty="0"/>
              <a:t>This application is connected with a MySQL database.</a:t>
            </a:r>
          </a:p>
          <a:p>
            <a:r>
              <a:rPr lang="en-US" dirty="0"/>
              <a:t>Stores and retrieves hospital data (patients, treatments, finance, medicine)</a:t>
            </a:r>
          </a:p>
          <a:p>
            <a:r>
              <a:rPr lang="en-US" dirty="0"/>
              <a:t>Applies a conventional connection method to ensure reusability.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175199-F536-FEE6-8831-2971F953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959" y="4185073"/>
            <a:ext cx="4244127" cy="2387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15A286-0997-BEE7-DD5D-30D976342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193" y="4184690"/>
            <a:ext cx="4244128" cy="238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2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1942-64A5-0636-3741-D35F9FFA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User data is stored in the system.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D7F3A-388E-33E3-039F-2F23813E8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patient is register once , their information is stored in the system.</a:t>
            </a:r>
          </a:p>
          <a:p>
            <a:endParaRPr lang="en-US" dirty="0"/>
          </a:p>
          <a:p>
            <a:r>
              <a:rPr lang="en-US" dirty="0"/>
              <a:t>The ID cannot be entered twice.</a:t>
            </a:r>
          </a:p>
          <a:p>
            <a:endParaRPr lang="en-US" dirty="0"/>
          </a:p>
          <a:p>
            <a:r>
              <a:rPr lang="en-US" dirty="0"/>
              <a:t>It shows a message that the patient ID already exists.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D5CF7-0D23-23D3-4F95-4690D9B40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196" y="4319981"/>
            <a:ext cx="3520272" cy="247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53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415D-EFDE-DC25-E477-1201BBE28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Creating the user interface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AA032-E4DF-287A-9A16-822B142ED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2037805"/>
            <a:ext cx="6879102" cy="4564352"/>
          </a:xfrm>
        </p:spPr>
        <p:txBody>
          <a:bodyPr/>
          <a:lstStyle/>
          <a:p>
            <a:r>
              <a:rPr lang="en-US" dirty="0"/>
              <a:t>The interface is developed using Java.</a:t>
            </a:r>
          </a:p>
          <a:p>
            <a:endParaRPr lang="en-US" dirty="0"/>
          </a:p>
          <a:p>
            <a:r>
              <a:rPr lang="en-US" dirty="0"/>
              <a:t>It features components such as tables, buttons, text fields, and panels.</a:t>
            </a:r>
          </a:p>
          <a:p>
            <a:endParaRPr lang="en-US" dirty="0"/>
          </a:p>
          <a:p>
            <a:r>
              <a:rPr lang="en-US" dirty="0"/>
              <a:t>All elements are displayed within a single main application window.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5486F-34EA-8E07-1BD1-B428F4C5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50" t="11669" r="26975" b="46775"/>
          <a:stretch/>
        </p:blipFill>
        <p:spPr>
          <a:xfrm>
            <a:off x="7611923" y="1027906"/>
            <a:ext cx="4548554" cy="229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9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5A31-7CFB-F21D-5735-ABB7C625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8205484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</a:rPr>
              <a:t>Enabling interactive features in the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1BF2-988B-E992-212C-CE43A278B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523" y="2190542"/>
            <a:ext cx="9039497" cy="4667458"/>
          </a:xfrm>
        </p:spPr>
        <p:txBody>
          <a:bodyPr/>
          <a:lstStyle/>
          <a:p>
            <a:r>
              <a:rPr lang="en-US" dirty="0"/>
              <a:t>Users can add, search, or delete patients</a:t>
            </a:r>
          </a:p>
          <a:p>
            <a:endParaRPr lang="en-US" dirty="0"/>
          </a:p>
          <a:p>
            <a:r>
              <a:rPr lang="en-US" dirty="0"/>
              <a:t>Separate sections for treatments, medicines, and finances.</a:t>
            </a:r>
          </a:p>
          <a:p>
            <a:endParaRPr lang="en-US" dirty="0"/>
          </a:p>
          <a:p>
            <a:r>
              <a:rPr lang="en-US" dirty="0"/>
              <a:t>Each section interacts with the database or in-memory maps.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F3F37-836B-674C-1016-69641633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033" y="4293471"/>
            <a:ext cx="3051431" cy="1976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BE695B-368D-B653-9473-B3A1B54D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720" y="673239"/>
            <a:ext cx="3125757" cy="180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6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F516-6B81-52B4-2FC4-95323E430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Add, Edit, Delete Records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49E55-5669-B55B-6015-89F00585E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833635"/>
            <a:ext cx="9160077" cy="4291036"/>
          </a:xfrm>
        </p:spPr>
        <p:txBody>
          <a:bodyPr/>
          <a:lstStyle/>
          <a:p>
            <a:r>
              <a:rPr lang="en-US" dirty="0"/>
              <a:t>Add patients with details.</a:t>
            </a:r>
          </a:p>
          <a:p>
            <a:endParaRPr lang="en-US" dirty="0"/>
          </a:p>
          <a:p>
            <a:r>
              <a:rPr lang="en-US" dirty="0"/>
              <a:t>View all saved patients in a list.</a:t>
            </a:r>
          </a:p>
          <a:p>
            <a:endParaRPr lang="en-US" dirty="0"/>
          </a:p>
          <a:p>
            <a:r>
              <a:rPr lang="en-US" dirty="0"/>
              <a:t>Edit or delete treatments, medicine, and financial records.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23CF0-5EF0-C3BE-2EE1-247103975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421" y="365125"/>
            <a:ext cx="3525944" cy="298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04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FFDBA-A23A-9E34-850A-ECFA08D2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Cleanly organized and maintainable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9081-E3F7-0E23-DC51-8EC4F6A18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split into separate classes and responsibilities.</a:t>
            </a:r>
          </a:p>
          <a:p>
            <a:endParaRPr lang="en-US" dirty="0"/>
          </a:p>
          <a:p>
            <a:r>
              <a:rPr lang="en-US" dirty="0"/>
              <a:t>Classes: </a:t>
            </a:r>
            <a:r>
              <a:rPr lang="en-US" dirty="0" err="1"/>
              <a:t>DatabaseHandler</a:t>
            </a:r>
            <a:r>
              <a:rPr lang="en-US" dirty="0"/>
              <a:t>, GUI, Managers (Treatment, Finance, Medicine).</a:t>
            </a:r>
          </a:p>
          <a:p>
            <a:endParaRPr lang="en-US" dirty="0"/>
          </a:p>
          <a:p>
            <a:r>
              <a:rPr lang="en-US" dirty="0"/>
              <a:t>Makes the system scalable and easier to debug or update.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88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824A-316B-6ABE-1357-99996694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93361-4738-3A68-2D9B-21A6E964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Full-featured hospital management app built in Java.</a:t>
            </a:r>
          </a:p>
          <a:p>
            <a:endParaRPr lang="en-US" dirty="0"/>
          </a:p>
          <a:p>
            <a:r>
              <a:rPr lang="en-US" dirty="0"/>
              <a:t>Combines user interface with database functionality.</a:t>
            </a:r>
          </a:p>
          <a:p>
            <a:endParaRPr lang="en-US" dirty="0"/>
          </a:p>
          <a:p>
            <a:r>
              <a:rPr lang="en-US" dirty="0"/>
              <a:t>Shows good modular structure and interactive features.</a:t>
            </a:r>
          </a:p>
        </p:txBody>
      </p:sp>
    </p:spTree>
    <p:extLst>
      <p:ext uri="{BB962C8B-B14F-4D97-AF65-F5344CB8AC3E}">
        <p14:creationId xmlns:p14="http://schemas.microsoft.com/office/powerpoint/2010/main" val="359464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311</Words>
  <Application>Microsoft Office PowerPoint</Application>
  <PresentationFormat>Widescreen</PresentationFormat>
  <Paragraphs>52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Hospital Management System</vt:lpstr>
      <vt:lpstr> Hospital Management System (JAVA Project )</vt:lpstr>
      <vt:lpstr>How is the application linked to the database?</vt:lpstr>
      <vt:lpstr>User data is stored in the system.  </vt:lpstr>
      <vt:lpstr>Creating the user interface </vt:lpstr>
      <vt:lpstr>Enabling interactive features in the application</vt:lpstr>
      <vt:lpstr>Add, Edit, Delete Records</vt:lpstr>
      <vt:lpstr>Cleanly organized and maintainable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</dc:creator>
  <cp:lastModifiedBy>H</cp:lastModifiedBy>
  <cp:revision>3</cp:revision>
  <dcterms:modified xsi:type="dcterms:W3CDTF">2025-05-18T12:03:49Z</dcterms:modified>
</cp:coreProperties>
</file>